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Cover language based on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Objective and success criteria from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Evidence sources and confidence language from the NuVue Blueprint sample and deck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Big Picture distilled from the NuVue executive summary and root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Root cause 1 and business impact from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Differentiators from executive summary and root cause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Root cause 3 and measurement principle from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Discoverability and AI Recommendation Strategy section of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Direction based on executive summary, offer architecture, and recommended website architecture in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FAST Website Requirements in the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Implementation roadmap from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Evidence Needed to Finalize Working Assumptions appendix in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Success Measures and measurement principle from NuVue Blueprint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NuVue SimpliBlueprint Client Sample; Blueprint Strategy Deck Generation Spec. Leadership Decisions and Next Steps from the NuVue Blueprint sample, using current implementation path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7548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7791F"/>
                </a:solidFill>
              </a:rPr>
              <a:t>SIMPLICREATIVE  |  SIMPLIBLUEPRINT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43"/>
                </a:solidFill>
              </a:rPr>
              <a:t>NuVue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43B53"/>
                </a:solidFill>
              </a:rPr>
              <a:t>Blueprint Strategy Deck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Demo content output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676656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B7791F"/>
                </a:solidFill>
              </a:rPr>
              <a:t>From fragmented digital presence to a measurable growth foundation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5257800"/>
            <a:ext cx="1554480" cy="246888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7791F"/>
                </a:solidFill>
              </a:rPr>
              <a:t>CONTENT-FIRST SAMPLE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2240280" y="5257800"/>
            <a:ext cx="2057400" cy="24688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0ED"/>
                </a:solidFill>
              </a:rPr>
              <a:t>NOT FINAL BRAND TEMPLATE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7955280" y="5074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Prepared for NuVue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Prepared by SimpliCreative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STRATEGY OBJECTIVE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What we set out to 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243B53"/>
                </a:solidFill>
              </a:rPr>
              <a:t>NuVue is pursuing enterprise growth and wants the website to support qualified corporate demand, not just describe programs.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7132320" y="1234440"/>
            <a:ext cx="1234440" cy="86868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7791F"/>
                </a:solidFill>
              </a:rPr>
              <a:t>$10M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B7791F"/>
                </a:solidFill>
              </a:rPr>
              <a:t>client-reported growth ambition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49640" y="1234440"/>
            <a:ext cx="1234440" cy="86868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2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material buyer journeys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966960" y="1234440"/>
            <a:ext cx="1234440" cy="868680"/>
          </a:xfrm>
          <a:prstGeom prst="rect">
            <a:avLst/>
          </a:prstGeom>
          <a:solidFill>
            <a:srgbClr val="F1EAFE"/>
          </a:solidFill>
          <a:ln>
            <a:solidFill>
              <a:srgbClr val="F1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46C1"/>
                </a:solidFill>
              </a:rPr>
              <a:t>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6B46C1"/>
                </a:solidFill>
              </a:rPr>
              <a:t>solution pillars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10789920" cy="566928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Business objective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Support growth toward a larger enterprise sales opportunity.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10789920" cy="56692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Marketing objective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Make NuVue easier for qualified buyers to understand, trust, and act 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10789920" cy="566928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Website objective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</a:rPr>
              <a:t>Separate buyer paths, surface proof, and connect behavior to business outcomes.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5532120"/>
            <a:ext cx="2468880" cy="24688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0ED"/>
                </a:solidFill>
              </a:rPr>
              <a:t>Client-reported + Blueprint implication</a:t>
            </a:r>
            <a:endParaRPr lang="en-US" sz="7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EVIDENCE BASE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What this strategy is built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43B53"/>
                </a:solidFill>
              </a:rPr>
              <a:t>The deck summarizes approved Blueprint analysis. It does not generate strategy directly from raw research.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429000" cy="237744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Questionnaire &amp; diagnostic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Website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GA4 sample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" y="2231136"/>
            <a:ext cx="3209544" cy="0"/>
          </a:xfrm>
          <a:prstGeom prst="line">
            <a:avLst/>
          </a:prstGeom>
          <a:noFill/>
          <a:ln w="1270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920240"/>
            <a:ext cx="3429000" cy="237744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Needed for final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GSC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CRM /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Sales transcripts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SparkToro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Accessibility 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5968" y="2231136"/>
            <a:ext cx="3209544" cy="0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1920240"/>
            <a:ext cx="3429000" cy="2377440"/>
          </a:xfrm>
          <a:prstGeom prst="rect">
            <a:avLst/>
          </a:prstGeom>
          <a:solidFill>
            <a:srgbClr val="F1EAFE"/>
          </a:solidFill>
          <a:ln>
            <a:solidFill>
              <a:srgbClr val="F1EAFE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Sampled / directional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AI recommendation research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</a:rPr>
              <a:t>• AEO visibility tests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19288" y="2231136"/>
            <a:ext cx="3209544" cy="0"/>
          </a:xfrm>
          <a:prstGeom prst="line">
            <a:avLst/>
          </a:prstGeom>
          <a:noFill/>
          <a:ln w="12700">
            <a:solidFill>
              <a:srgbClr val="6B4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983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Evidence language used throughout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5394960"/>
            <a:ext cx="1097280" cy="24688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55A"/>
                </a:solidFill>
              </a:rPr>
              <a:t>VALIDATED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1828800" y="5394960"/>
            <a:ext cx="1691640" cy="24688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0ED"/>
                </a:solidFill>
              </a:rPr>
              <a:t>CLIENT-REPORTED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3749040" y="5394960"/>
            <a:ext cx="2057400" cy="246888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7791F"/>
                </a:solidFill>
              </a:rPr>
              <a:t>WORKING ASSUMPTION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6035040" y="54132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The deck preserves confidence instead of turning every finding into a certainty.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EXECUTIVE STORY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The big picture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10332720" cy="123444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NuVue has stronger expertise, proof, and differentiation than its current digital experience makes visible.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3840480"/>
            <a:ext cx="3383280" cy="100584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Buyer paths are blended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Corporate and individual buyers need separate journeys.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" y="3950208"/>
            <a:ext cx="0" cy="78638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3840480"/>
            <a:ext cx="3383280" cy="100584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Proof is underused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Guarantee, ROI, 24+ years, and breadth are not assembled into one clear story.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79392" y="3950208"/>
            <a:ext cx="0" cy="78638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3840480"/>
            <a:ext cx="3383280" cy="100584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Measurement is incomplete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Digital activity is not yet reliably connected to qualified business outcomes.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2712" y="3950208"/>
            <a:ext cx="0" cy="78638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WHAT WE FOUND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Finding 1: Buyer architecture does not match how NuVue is purchased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43B53"/>
                </a:solidFill>
              </a:rPr>
              <a:t>Corporate buyers and individual sales professionals currently share too much of the same journey, even though their buying motions are materially different.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7086600" y="1325880"/>
            <a:ext cx="2468880" cy="621792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Today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Shared site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514600"/>
            <a:ext cx="2560320" cy="91440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Corporate buyer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Needs proof, consultation, qualification, and risk reduction.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9189720" y="2514600"/>
            <a:ext cx="2560320" cy="91440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Individual buyer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Needs program discovery, public seminars, and self-directed path.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4572000" cy="96012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Business implication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High-value corporate buyers cannot quickly self-identify, evaluate fit, or progress toward the right action.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" y="2624328"/>
            <a:ext cx="0" cy="74066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40480"/>
            <a:ext cx="4572000" cy="96012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What the plan changes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Prioritize the corporate buyer while preserving a clear individual-professional path.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3950208"/>
            <a:ext cx="0" cy="74066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5486400"/>
            <a:ext cx="1417320" cy="24688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55A"/>
                </a:solidFill>
              </a:rPr>
              <a:t>Validated root cause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WHAT WE FOUND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Finding 2: NuVue’s strongest differentiation is fragmented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3B53"/>
                </a:solidFill>
              </a:rPr>
              <a:t>Buyers should see the reasons to prefer NuVue before they see another training provider.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200400" cy="786384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24+ yrs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training expertise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14800" y="1965960"/>
            <a:ext cx="3200400" cy="786384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101+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ready-to-train solutions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26680" y="1965960"/>
            <a:ext cx="3200400" cy="786384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solution pillars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200400" cy="786384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B7791F"/>
                </a:solidFill>
              </a:rPr>
              <a:t>ROI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B7791F"/>
                </a:solidFill>
              </a:rPr>
              <a:t>evidence and guarantee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114800" y="3017520"/>
            <a:ext cx="3200400" cy="786384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LTNS®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F80ED"/>
                </a:solidFill>
              </a:rPr>
              <a:t>sustained learning system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4754880"/>
            <a:ext cx="5029200" cy="804672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Strategic implication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Assemble proof into the corporate buyer journey, not scattered across unrelated content or buried in program pages.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4864608"/>
            <a:ext cx="0" cy="585216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4754880"/>
            <a:ext cx="5394960" cy="804672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Narrative direction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Lead with lasting, measurable performance improvement rather than generic enablement.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79592" y="4864608"/>
            <a:ext cx="0" cy="585216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WHAT WE FOUND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Finding 3: The website is not yet a measurable conversion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43B53"/>
                </a:solidFill>
              </a:rPr>
              <a:t>GA4 exists, but conversion definitions, GTM architecture, and CRM progression still need to connect before leadership can see digital contribution clearly.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874520" cy="73152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Relevant discovery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Search, referrals, campaigns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2788920"/>
            <a:ext cx="228600" cy="0"/>
          </a:xfrm>
          <a:prstGeom prst="line">
            <a:avLst/>
          </a:prstGeom>
          <a:noFill/>
          <a:ln w="1397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743200" y="2423160"/>
            <a:ext cx="1874520" cy="73152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Landing experience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Buyer and offer 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2788920"/>
            <a:ext cx="228600" cy="0"/>
          </a:xfrm>
          <a:prstGeom prst="line">
            <a:avLst/>
          </a:prstGeom>
          <a:noFill/>
          <a:ln w="1397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83480" y="2423160"/>
            <a:ext cx="1874520" cy="73152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Meaningful conversion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Consultation, assessment, seminar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03720" y="2788920"/>
            <a:ext cx="228600" cy="0"/>
          </a:xfrm>
          <a:prstGeom prst="line">
            <a:avLst/>
          </a:prstGeom>
          <a:noFill/>
          <a:ln w="1397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223760" y="2423160"/>
            <a:ext cx="1874520" cy="73152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Qualified lead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CRM qualification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2788920"/>
            <a:ext cx="228600" cy="0"/>
          </a:xfrm>
          <a:prstGeom prst="line">
            <a:avLst/>
          </a:prstGeom>
          <a:noFill/>
          <a:ln w="1397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464040" y="2423160"/>
            <a:ext cx="1874520" cy="73152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Opportunity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Pipeline visibility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4892040" cy="86868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Why it matters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Traffic growth alone will not prove marketing impact. The system needs to show whether qualified buyers are progressing.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" y="4361688"/>
            <a:ext cx="0" cy="64922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251960"/>
            <a:ext cx="5440680" cy="86868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What we need next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Define events, connect forms and CRM fields, preserve attribution limits, and establish baselines.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79592" y="4361688"/>
            <a:ext cx="0" cy="64922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532120"/>
            <a:ext cx="2377440" cy="246888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F855A"/>
                </a:solidFill>
              </a:rPr>
              <a:t>Validated root cause + measurement principle</a:t>
            </a:r>
            <a:endParaRPr lang="en-US" sz="7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WHAT WE FOUND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Finding 4: Expertise is stronger than search and AI representation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43B53"/>
                </a:solidFill>
              </a:rPr>
              <a:t>The goal is not simply to rank for more keywords. NuVue should become easier for qualified buyers to discover, understand, and recommend across search and AI-assisted research.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01568" cy="65836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Category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Enterprise sales training companies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0" y="2057400"/>
            <a:ext cx="3401568" cy="658368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Vertical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Sales training for agriculture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09560" y="2057400"/>
            <a:ext cx="3401568" cy="65836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Outcome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Measurable or guaranteed results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401568" cy="658368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Methodology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Reinforced learning after the workshop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3401568" cy="658368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Leadership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Training for sales managers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09560" y="3017520"/>
            <a:ext cx="3401568" cy="658368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Business acumen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43B53"/>
                </a:solidFill>
              </a:rPr>
              <a:t>Business acumen for sales teams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4800600"/>
            <a:ext cx="5257800" cy="77724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Evidence boundary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AI recommendation tests are research instruments. They do not prove future visibility or reveal proprietary training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4910328"/>
            <a:ext cx="0" cy="55778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4800600"/>
            <a:ext cx="5212080" cy="77724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Strategic requirement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Create clearer entity positioning, comparison-ready proof, vertical pages, authority signals, and useful content around buyer questions.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62472" y="4910328"/>
            <a:ext cx="0" cy="55778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WHAT HAPPENS NEXT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Strategic direction: corporate-first, with a distinct individual path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243B53"/>
                </a:solidFill>
              </a:rPr>
              <a:t>The website should route different buyers into the right journey without splitting the brand into disconnected experiences.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103120" cy="566928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NuVue brand system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1828800"/>
            <a:ext cx="2926080" cy="96012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For Organizations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Consultation, guarantee assessment, proof, corporate journey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2971800" y="3200400"/>
            <a:ext cx="2926080" cy="96012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For Sales Professionals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</a:rPr>
              <a:t>Program discovery, public seminars, self-directed development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41605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Sales Development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1605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Leadership &amp; Executive Coaching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0" y="3383280"/>
            <a:ext cx="4160520" cy="4572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Business Acumen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4480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Organize solutions into three clear pillars, then connect each pillar to buyer questions, proof, and conversion paths.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FUTURE FOUNDATION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What the website needs to become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The future site should function as a strategic system, not a catalog of programs.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074920" cy="86868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Flexible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Marketing can publish, update, and launch priority content without unnecessary developer dependence.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" y="2167128"/>
            <a:ext cx="0" cy="64922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057400"/>
            <a:ext cx="5074920" cy="8686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Accessible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A43"/>
                </a:solidFill>
              </a:rPr>
              <a:t>Priority templates and interactions meet approved accessibility requirements.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2472" y="2167128"/>
            <a:ext cx="0" cy="649224"/>
          </a:xfrm>
          <a:prstGeom prst="line">
            <a:avLst/>
          </a:prstGeom>
          <a:noFill/>
          <a:ln w="254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29000"/>
            <a:ext cx="5074920" cy="86868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Strategic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Corporate buyer path, individual path, proof, offers, and conversion work together.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" y="3538728"/>
            <a:ext cx="0" cy="64922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3429000"/>
            <a:ext cx="5074920" cy="86868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55A"/>
                </a:solidFill>
              </a:rPr>
              <a:t>Trackable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55A"/>
                </a:solidFill>
              </a:rPr>
              <a:t>Meaningful actions connect to lead qualification and opportunity progression where possible.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2472" y="3538728"/>
            <a:ext cx="0" cy="649224"/>
          </a:xfrm>
          <a:prstGeom prst="line">
            <a:avLst/>
          </a:prstGeom>
          <a:noFill/>
          <a:ln w="254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30352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Executive readout: clarify the buyer path, prove differentiated value, and make progress measurable.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SEQUENCING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Priority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43B53"/>
                </a:solidFill>
              </a:rPr>
              <a:t>The implementation should move in a sequence that protects strategy before production accelerates.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517904" cy="320040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Align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Weeks 1–2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Messaging, priority offers, buyer architecture, sitemap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50008" y="1874520"/>
            <a:ext cx="1517904" cy="32004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Specify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Weeks 2–4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Page requirements, content briefs, proof plan, measurement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97096" y="1874520"/>
            <a:ext cx="1517904" cy="320040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Design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Weeks 4–6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Homepage, priority templates, component system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44184" y="1874520"/>
            <a:ext cx="1517904" cy="32004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Build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Weeks 6–9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WordPress staging build, forms, integrations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891272" y="1874520"/>
            <a:ext cx="1517904" cy="320040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Optimize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Weeks 8–10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F80ED"/>
                </a:solidFill>
              </a:rPr>
              <a:t>SEO/AEO, analytics, CRM routing, redirects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738360" y="1874520"/>
            <a:ext cx="1517904" cy="32004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Validate &amp; Launch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Weeks 10–12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02A43"/>
                </a:solidFill>
              </a:rPr>
              <a:t>QA, accessibility, training, launch, baseline reporting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5486400"/>
            <a:ext cx="9692640" cy="50292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Decision gates matter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791F"/>
                </a:solidFill>
              </a:rPr>
              <a:t>Each phase should produce something leadership or the implementation team can approve before the next layer depends on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" y="5596128"/>
            <a:ext cx="0" cy="283464"/>
          </a:xfrm>
          <a:prstGeom prst="line">
            <a:avLst/>
          </a:prstGeom>
          <a:noFill/>
          <a:ln w="25400">
            <a:solidFill>
              <a:srgbClr val="B7791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EVIDENCE GAPS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What we need to validate before final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243B53"/>
                </a:solidFill>
              </a:rPr>
              <a:t>The strongest recommendations are directionally clear, but several gaps should be resolved before final implementation scope is locked.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Corporate priority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CRM revenue, opportunity count, average engagement size by buyer type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0789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Guarantee influence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Sales-call transcripts, win/loss notes, proposal feedback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Vertical sequencing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GSC demand, CRM pipeline by vertical, sales priorities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10789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AI representation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Dated synthetic prompt runs across approved models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Measurement connection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CRM source logic, lifecycle definitions, IDs and UTMs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02920" y="5486400"/>
            <a:ext cx="10789920" cy="54864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How to read this slide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These gaps do not block the strategic direction. They protect the final scope, sequencing, claims, and measurement expectations from being over-specified too early.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5596128"/>
            <a:ext cx="0" cy="32918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MEASUREMENT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How we will measure progress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243B53"/>
                </a:solidFill>
              </a:rPr>
              <a:t>The goal is not a generic increase in traffic. The goal is to make the path from relevant discovery to qualified business outcome more visible.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423160" cy="1143000"/>
          </a:xfrm>
          <a:prstGeom prst="rect">
            <a:avLst/>
          </a:prstGeom>
          <a:solidFill>
            <a:srgbClr val="E6F4EA"/>
          </a:solidFill>
          <a:ln>
            <a:solidFill>
              <a:srgbClr val="E6F4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Launch readiness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Paths, proof, CTAs, and measurement are functioning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3246120" y="2103120"/>
            <a:ext cx="2423160" cy="114300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90 days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Qualified visitors use intended paths; baselines become reliable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989320" y="2103120"/>
            <a:ext cx="2423160" cy="1143000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6 months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Relevant non-branded discovery and qualified conversion improve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732520" y="2103120"/>
            <a:ext cx="242316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12 months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243B53"/>
                </a:solidFill>
              </a:rPr>
              <a:t>Leadership can see a defensible digital-to-pipeline relationship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Measurement principle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526280"/>
            <a:ext cx="10789920" cy="530352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Relevant discovery → landing experience → meaningful conversion → qualified lead → opportunity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5577840"/>
            <a:ext cx="1874520" cy="246888"/>
          </a:xfrm>
          <a:prstGeom prst="rect">
            <a:avLst/>
          </a:prstGeom>
          <a:solidFill>
            <a:srgbClr val="FFF4D6"/>
          </a:solidFill>
          <a:ln>
            <a:solidFill>
              <a:srgbClr val="FFF4D6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B7791F"/>
                </a:solidFill>
              </a:rPr>
              <a:t>No ROI claims without evidence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7791F"/>
                </a:solidFill>
              </a:rPr>
              <a:t>DECISION SESSION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126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Leadership decisions and next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6446520"/>
            <a:ext cx="11185855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SIMPLICREATIVE  |  SIMPLIBLUEPRINT DEMO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31575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27D98"/>
                </a:solidFill>
              </a:rPr>
              <a:t>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243B53"/>
                </a:solidFill>
              </a:rPr>
              <a:t>Approve the strategic direction, validate high-impact evidence gaps, and convert the Blueprint into final implementation scope.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Primary website audience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Corporate buyer first; individual path preserved separately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0789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Primary brand story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Measurable, sustained performance improvement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Three-pillar architecture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Sales Development, Leadership &amp; Executive Coaching, Business Acumen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107899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Guarantee role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Enterprise risk-reduction asset, not a universal homepage promise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10789920" cy="411480"/>
          </a:xfrm>
          <a:prstGeom prst="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Implementation path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243B53"/>
                </a:solidFill>
              </a:rPr>
              <a:t>SimpliFoundation or client / partner implementation after final scope approval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02920" y="5486400"/>
            <a:ext cx="10789920" cy="548640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Use the full Blueprint Report for implementation detail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F80ED"/>
                </a:solidFill>
              </a:rPr>
              <a:t>This deck is the executive story. The report contains the evidence, requirements, assumptions, limitations, and implementation detail behind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5596128"/>
            <a:ext cx="0" cy="329184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SimpliCreative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NuVue Blueprint Strategy Deck Demo</dc:title>
  <dc:subject>Demo content-first Blueprint Strategy Deck</dc:subject>
  <dc:creator>SimpliCreative</dc:creator>
  <cp:lastModifiedBy>SimpliCreative</cp:lastModifiedBy>
  <cp:revision>1</cp:revision>
  <dcterms:created xsi:type="dcterms:W3CDTF">2026-09-03T02:29:34Z</dcterms:created>
  <dcterms:modified xsi:type="dcterms:W3CDTF">2026-09-03T02:29:34Z</dcterms:modified>
</cp:coreProperties>
</file>